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SafeLink Africa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Pan-African Super Security Platform</a:t>
            </a:r>
          </a:p>
          <a:p>
            <a:r>
              <a:t>Investor Pitch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Rising insecurity across Africa: kidnapping, robbery, violence</a:t>
            </a:r>
          </a:p>
          <a:p>
            <a:r>
              <a:t>- Weak or delayed emergency response systems</a:t>
            </a:r>
          </a:p>
          <a:p>
            <a:r>
              <a:t>- Women &amp; children often vulnerable</a:t>
            </a:r>
          </a:p>
          <a:p>
            <a:r>
              <a:t>- Limited trust in government systems</a:t>
            </a:r>
          </a:p>
          <a:p>
            <a:r>
              <a:t>- No unified Africa-wide security technology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Our Solution: SafeLink Africa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unified super-security app combining:</a:t>
            </a:r>
          </a:p>
          <a:p>
            <a:r>
              <a:t>- Emergency Alert &amp; Rapid Response</a:t>
            </a:r>
          </a:p>
          <a:p>
            <a:r>
              <a:t>- Community Safety Reporting</a:t>
            </a:r>
          </a:p>
          <a:p>
            <a:r>
              <a:t>- Safe Transport Trip Monitoring</a:t>
            </a:r>
          </a:p>
          <a:p>
            <a:r>
              <a:t>- Smart Home Security (IoT)</a:t>
            </a:r>
          </a:p>
          <a:p>
            <a:r>
              <a:t>- Women &amp; Family Protection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One-tap SOS with live location, audio &amp; video</a:t>
            </a:r>
          </a:p>
          <a:p>
            <a:r>
              <a:t>• Offline USSD/SMS emergency system</a:t>
            </a:r>
          </a:p>
          <a:p>
            <a:r>
              <a:t>• Trusted contacts &amp; community alert networks</a:t>
            </a:r>
          </a:p>
          <a:p>
            <a:r>
              <a:t>• Anonymous crime reporting</a:t>
            </a:r>
          </a:p>
          <a:p>
            <a:r>
              <a:t>• Smart trip monitoring for transport safety</a:t>
            </a:r>
          </a:p>
          <a:p>
            <a:r>
              <a:t>• IoT home security integration</a:t>
            </a:r>
          </a:p>
          <a:p>
            <a:r>
              <a:t>• Women &amp; family safety tools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One-time subscription per user</a:t>
            </a:r>
          </a:p>
          <a:p>
            <a:r>
              <a:t>• Family packs</a:t>
            </a:r>
          </a:p>
          <a:p>
            <a:r>
              <a:t>• Corporate &amp; community plans</a:t>
            </a:r>
          </a:p>
          <a:p>
            <a:r>
              <a:t>• Government enterprise contracts</a:t>
            </a:r>
          </a:p>
          <a:p>
            <a:r>
              <a:t>• Hardware IoT device sales</a:t>
            </a:r>
          </a:p>
          <a:p>
            <a:r>
              <a:t>• Donation support model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- 1.4 billion people across Africa</a:t>
            </a:r>
          </a:p>
          <a:p>
            <a:r>
              <a:t>- Rising smartphone adoption</a:t>
            </a:r>
          </a:p>
          <a:p>
            <a:r>
              <a:t>- High insecurity creates urgent demand</a:t>
            </a:r>
          </a:p>
          <a:p>
            <a:r>
              <a:t>- Growing transportation &amp; logistics industry</a:t>
            </a:r>
          </a:p>
          <a:p>
            <a:r>
              <a:t>- Smart home market emerging in cities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1: Research &amp; planning (Months 1–2)</a:t>
            </a:r>
          </a:p>
          <a:p>
            <a:r>
              <a:t>Phase 2: Architecture &amp; design (Months 2–3)</a:t>
            </a:r>
          </a:p>
          <a:p>
            <a:r>
              <a:t>Phase 3: UI/UX (Months 3–4)</a:t>
            </a:r>
          </a:p>
          <a:p>
            <a:r>
              <a:t>Phase 4: Development (Months 4–9)</a:t>
            </a:r>
          </a:p>
          <a:p>
            <a:r>
              <a:t>Phase 5: Testing &amp; QA (Months 9–11)</a:t>
            </a:r>
          </a:p>
          <a:p>
            <a:r>
              <a:t>Phase 6: Partnerships (Months 9–12)</a:t>
            </a:r>
          </a:p>
          <a:p>
            <a:r>
              <a:t>Phase 7: Launch (Months 11–14)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(3 Years)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Year 1: 150,000 users → $1.2M revenue</a:t>
            </a:r>
          </a:p>
          <a:p>
            <a:r>
              <a:t>Year 2: 800,000 users → $6M revenue</a:t>
            </a:r>
          </a:p>
          <a:p>
            <a:r>
              <a:t>Year 3: 2.5M users + IoT → $20M+ revenue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 seek: **$500,000** for:</a:t>
            </a:r>
          </a:p>
          <a:p>
            <a:r>
              <a:t>- Development &amp; infrastructure</a:t>
            </a:r>
          </a:p>
          <a:p>
            <a:r>
              <a:t>- Security &amp; data protection</a:t>
            </a:r>
          </a:p>
          <a:p>
            <a:r>
              <a:t>- Marketing across Africa</a:t>
            </a:r>
          </a:p>
          <a:p>
            <a:r>
              <a:t>- IoT hardware integrations</a:t>
            </a:r>
          </a:p>
          <a:p>
            <a:r>
              <a:t>- Partnership expansion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Join 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SafeLink Africa will redefine public safety.</a:t>
            </a:r>
          </a:p>
          <a:p>
            <a:r>
              <a:t>Together, we can save millions of lives.</a:t>
            </a:r>
          </a:p>
          <a:p/>
          <a:p>
            <a:r>
              <a:t>Contact: Henry Ugochukwu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